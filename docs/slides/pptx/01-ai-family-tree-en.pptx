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AFRICAN DEVELOPMENT BANK · AU STATAFRIC · STG17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The AI Family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How the concepts fit together — and which ones belong in a statistical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Why half an hour on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Three sentences, all of which have appeared in real terms of reference at real
statistical offices: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Each describes a  different  system, with different
cost, different risk, and a different answer to "who is accountable for the
output". The third one, in particular, usually describes something the author
did not intend and would not have funded.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8  Terms fixed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SEEN IN THE WILD — "We need an AI to answer questions about our publications."  
 "The agent will use machine learning to classify the responses."  
 "We will fine-tune the model on our data so it knows our statistics."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02336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POINT OF THIS HALF-HOUR — Not to make you an engineer. To make sure that when your office writes a
specification, procures a service, or explains a decision to a Board, the words
in the document mean what the reader thinks they mean.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The one mechanism underneath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Everything else in this deck is built on a single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a language model actually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READ THAT LAST LINE TWICE — A language model is not a knowledge base with a conversational front end. It is a
next-token predictor. It produces the  most plausible continuation , and
plausibility and truth agree most of the time — which is exactly what makes the
disagreements dangerous.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4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Three ways to make it useful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Prompt, retrieve, retrain — in that order, always.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three levers, and where each one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"WE WILL FINE-TUNE THE MODEL ON OUR DATA SO IT KNOWS OUR STATISTICS" — This is the sentence from slide 2, and it describes the wrong lever. Fine-tuning
teaches a model to  write like  your office; it does not reliably teach it
to  know  your numbers, and it gives you no way to cite a source. The
requirement behind that sentence is almost always  RAG  — which is
cheaper, faster, updatable the moment a figure is revised, and produces an answer
you can trace back to a document.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6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RAG, in the shape you will build this afternoon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WHY A STATISTICAL OFFICE SHOULD CARE ABOUT STEP 3 SPECIFICALLY — An answer that cites the paragraph it came from can be checked by a human in ten
seconds. An answer with no source has to be trusted or re-derived. Only one of
those two is compatible with publishing under an official mark.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7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Agents, and where supervision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The step from "answers a question" to "takes an action".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Assistant → agent: one change, and it is not a small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WORD "TOOL" IS DOING A LOT OF WORK HERE — A tool is any function you let the model call: a database query, a retrieval step,
a file write, an email. The model does not run the tool —  your code does ,
after the model asks for it. That gap is where every approval gate, audit log and
safety check lives. Design it before you need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Assistant (what you build at 14:45)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Agent (what you build at 15:45)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Reads, then writes an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Reads, then  decides which tool to call , calls it, reads the result, repeats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Who chooses the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did, when you wrote the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model does, at run time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Failure looks like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wrong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wrong sentence, or a wrong  action , or a loop that will not stop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What it 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One model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As many calls as it decides to make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Where a human belongs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Checking the output before publication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Checking the output  and  approving actions before they happen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Where each concept belongs in the statistical value 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THERE IS AN INTERNATIONAL FRAMEWORK FOR THIS — The UNECE High-Level Group for the Modernisation of Official Statistics has
published  Machine Learning for Official Statistics , including a
 quality framework  for choosing methods and guidance on moving from
experiment to production. Your office does not have to invent its own criteria —
and a proposal that ignores an existing international framework is easier to
challenge than one that engages with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Plausible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The right 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Non-negotiable control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Classifying free-text survey answers; coding occupations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Prompting, or a small trained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labelled evaluation set — measured, not assumed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Extracting tables from a PDF publication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Prompting + structured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Verification against the source. Day 2 morning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Writing and debugging the analysis code itself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code is read and run by a statistician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Dissemination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Answering public questions about your publications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Every answer carries its source passage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Drafting methodological notes and 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Prompting, or RAG over past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Signed off by the method owner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Estimation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Producing an official figure directly from a model.  Not on this list, and</a:t>
                      </a:r>
                    </a:p>
                    <a:p>
                      <a:r>
                        <a:t>    not on any list. A language model outputs the plausible, not the measured. Use it around</a:t>
                      </a:r>
                    </a:p>
                    <a:p>
                      <a:r>
                        <a:t>    your statistics, never in place of them.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Eight words, fixed for the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DISCIPLINE THIS BUYS YOU — When someone in your office says "the agent will use RAG to fine-tune the
answers", you now know that sentence contains three terms and describes no
coherent system — and you can ask the question that unblocks the project:
 which of the three levers is this, and what are we measuring it against?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 next-token predictor trained on a very large text corpus. Not a database.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sub-word unit the model reads and writes. Cost and context limits are counted in these, not in words.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 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Shaping the  input . Free, instant, and the lever to exhaust first.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Shaping the  context  — retrieving your documents so the answer is grounded and citable.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10:30 — What your countries have actually tried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Eight minutes each, six slides, and the more useful half
is what did not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14:00 — AI Infrastructure: what it really takes to run this in a statistical office 
14:45 — Laboratory: build the RAG assistant from this deck 
15:45 — Laboratory: turn it into an agent, and find where it must stay supervised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The full annotated list, with live links, is on the workshop site under Resources.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Vaswani, A., Shazeer, N., Parmar, N., Uszkoreit, J., Jones, L., Gomez, A.N., et al. 
(2017). Attention Is All You Need.  Advances in Neural Information Processing
Systems  30.  The transformer architecture every model in this deck is built on.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Brown, T.B., et al.  (2020). Language Models are Few-Shot Learners.
 Advances in Neural Information Processing Systems  33. 
 Why giving a model a couple of examples in the prompt works at all.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Lewis, P., Perez, E., Piktus, A., Petroni, F., Karpukhin, V., Goyal, N., et al. 
(2020). Retrieval-Augmented Generation for Knowledge-Intensive NLP Tasks.
 Advances in Neural Information Processing Systems  33. 
 The original RAG paper — the pattern you build this afternoon.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Hu, E.J., Shen, Y., Wallis, P., Allen-Zhu, Z., Li, Y., Wang, S., et al.  (2021).
LoRA: Low-Rank Adaptation of Large Language Models.  arXiv:2106.09685 ;
ICLR 2022.  Why fine-tuning is now affordable — and still the wrong first lever.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Wei, J., Wang, X., Schuurmans, D., Bosma, M., Ichter, B., Xia, F., et al.  (2022).
Chain-of-Thought Prompting Elicits Reasoning in Large Language Models.
 Advances in Neural Information Processing Systems  35. 
 The prompting result behind much of Day 2 morning.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Ji, Z., Lee, N., Frieske, R., Yu, T., Su, D., Xu, Y., et al.  (2023).
Survey of Hallucination in Natural Language Generation.  ACM Computing Surveys ,
55(12), 1–38.  Hallucination as a property of the mechanism, not a defect to patch.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UNECE High-Level Group for the Modernisation of Official Statistics. 
 Machine Learning for Official Statistics  — machine learning project outputs,
including ethical-use guidance and a quality framework.
 statswiki.unece.org  
 The international methodological frame. Cite it rather than inventing your own criteria.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Model Context Protocol.  Open specification for connecting models to tools
and data sources.  modelcontextprotocol.io  
 Write a tool once; reuse it across systems instead of per vendor.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This PowerPoint file is generated from the reveal.js deck at
slides/decks/01-ai-family-tree.deck.html
Edits made here do not flow back. If your change should be permanent,
edit the deck source and run: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