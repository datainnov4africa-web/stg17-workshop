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AFRICAN DEVELOPMENT BANK · AU STATAFRIC · STG17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The AI Family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Eight words that will decide what your office buys, builds and can defend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WHERE WE ARE STARTING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sentences from real terms of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Each describes a different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≠ 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WHAT THIS HALF-HOUR BUYS — Not engineering skill. The ability to read a proposal and know which of three
very different systems it actually describes.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The one mechanism underneath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Everything else today is built on a single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a language model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5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CONSEQUENCE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Plausible and true agree most of the time. That is exactly what makes the
disagreements dangerous — and why every use in this workshop is wrapped in a
verification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ways to make it useful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Prompt, retrieve, retrain — in that order, always.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levers, three different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8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BACK TO SENTENCE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“Fine-tune it so it knows our statistics”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The most expensive sentence in the room.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THIS NAMES THE WRONG LEVER — Fine-tuning teaches a model to  write like  your office. It does not
reliably teach it to  know  your numbers, and it gives you no way to cite
a source.  
The requirement behind that sentence is almost always  RAG :
cheaper, faster, updated the moment a figure is revised, and traceable to a
document.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RAG — what you build at 14:45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10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Agents, and where the human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From answering a question to taking an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Assistant versus agent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Assistant · 14:45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Agent · 15:45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Reads, writes an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Reads, picks a tool, calls it, repeats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Chooses the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did, in the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model, at run time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Failure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wrong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wrong sentence — or a wrong action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Human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output  and  each action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GAP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Every approval gate, audit log and safety check lives in that gap. Design it
before you need it — it cannot be added afterwards.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Where each lever belongs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Coding free-text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labelled evaluation set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Extracting tables from a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Verification against the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Dissemination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Answering public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Every answer cites its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Drafting methodological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Signed off by the method owner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LINE WE DO NOT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A language model outputs the plausible, not the measured. Use it
 around  your statistics — never in place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eight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10:30 — What your countries have actually tried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Eight minutes each. Six slides. The more useful half is what did not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14:00 · AI infrastructure — what it really takes 
14:45 · Laboratory — build the RAG assistant 
15:45 · Laboratory — turn it into an agent  
Full reading list: workshop site → Resources →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This PowerPoint file is generated from the reveal.js deck at
slides/decks/01-ai-family-tree.deck.html
Edits made here do not flow back. If your change should be permanent,
edit the deck source and run: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