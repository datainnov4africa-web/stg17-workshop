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BANQUE AFRICAINE DE DÉVELOPPEMENT · UA STATAFRIC · STG17 · JOUR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Segoe UI"/>
              </a:rPr>
              <a:t>Infrastructure de l'IA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DBE7E0"/>
                </a:solidFill>
                <a:latin typeface="Segoe UI"/>
              </a:rPr>
              <a:t>Ce qu'exige réellement l'exploitation de l'IA dans un office statistique — et ce qu'il ne faut pas acheter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LA QUESTION QU'ON VOUS A CONFIÉE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« Qu'est-ce qu'il faut acheter ? 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C'est la mauvaise première question, et y répondre d'abord est la façon dont
un office se retrouve avec une machine coûteuse et aucun cas d'usage.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L'ORDRE QUI FONCTIONNE — Nommez le cas d'usage. Classez les données qu'il touche.  Ensuite 
l'infrastructure en découle presque mécaniquement — souvent vers un portable que
vous possédez déjà.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LA DÉCISION QUI DÉTERMINE TOUT LE RESTE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Oui → une API en nuage, et la question du matériel disparaît. 
Non → le modèle vient aux données, et là vous achetez quelque chose.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PARTIE 1 SUR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Ce que la machine fait réellement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Trois charges de travail qu'on confond, et qui coûtent trois montants différents.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Entraîner, adapter, exécuter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B75"/>
                </a:solidFill>
                <a:latin typeface="Segoe UI"/>
              </a:rPr>
              <a:t>FIGURE — capturez la diapositive 5 du deck HTML et collez-la ici.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Le seul calcul dont vous avez besoin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LA RÈGLE — Mémoire nécessaire ≈ paramètres × octets par paramètre, plus environ 20 % de
marge. La précision pleine fait 2 octets, le 8 bits 1, le 4 bits ½.
 Une carte de 24 Go exécute un modèle de 30 milliards de paramètres en
4 bits.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468880"/>
          <a:ext cx="10728655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29260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Modèle à poids ouverts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Précision pleine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8 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4 bits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3 milliards  de paramètres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6 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3 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≈ 2 Go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8 milliards  de paramètres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16 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8 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≈ 5 Go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30 milliards  de paramètres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60 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30 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≈ 17 Go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70 milliards  de paramètres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140 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70 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≈ 39 Go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LE COÛT QUE PERSONNE NE CHIFFRE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Le contexte, c'est aussi de la mémoire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Les poids du modèle ne sont que le plancher. Chaque token que vous lui donnez
occupe aussi la mémoire, pendant toute la requête.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LÀ OÙ UNE INSTALLATION QUI MARCHE S'EFFONDRE — Une configuration dimensionnée pour des questions courtes échouera dès que
quelqu'un collera un rapport méthodologique de 150 pages.  Dimensionnez
pour votre document réaliste le plus long , pas pour le moyen — et
mesurez-le, car « nos documents » n'est pas un nombre.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PARTIE 2 SUR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Où cela s'exécute, et qui décide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Une question juridique déguisée en question technique.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API en nuage, ou votre propre machine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Opérationnel le même après-midi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Aucune dépense d'investissement, aucun recrutement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Les meilleurs modèles disponibles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Votre texte quitte votre juridiction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Le coût croît avec l'usage, indéfiniment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Le modèle peut changer sous vos pieds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Rien ne quitte le bâtiment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Coût fixe, usage illimité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La version est figée jusqu'à ce que vous la changiez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La séquence qui tranche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LA LIMITE, À NOUVEAU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Pas « désidentifiées et probablement acceptables ». Pas sous accord de
confidentialité. Pas pour un pilote. Si le cas d'usage exige des microdonnées, le
modèle vient aux données.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Quel cas d'usage va où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728655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6218"/>
                <a:gridCol w="3576218"/>
                <a:gridCol w="3576219"/>
              </a:tblGrid>
              <a:tr h="29260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Cas d'usage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Données touchées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Où il peut s'exécuter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Assistant sur vos propres publications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Publiées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Les deux.  Commencez en nuage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Rédaction de notes méthodologiques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Publiées ou brouillons internes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Les deux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Extraction de tableaux depuis des 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Publiées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Les deux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Codage de réponses libres d'enquête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Microdonnées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Sur site uniquement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Tout travail sur le fichier de recensement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Microdonnées identifiantes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Sur site uniquement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PARTIE 3 SUR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Ce que cela coûte, et quoi acheter d'abord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Des ordres de grandeur, et les coûts qui n'apparaissent jamais dans un devis.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Trois configurations qui existent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ACHETEZ B, PAS C — Le palier B sert un département, et la plupart des offices ayant acheté C y
exécutent des charges B.  Aucun prix ici : ils bougent trop vite pour être
justes sur une diapositive.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468880"/>
          <a:ext cx="10728655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29260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Palier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Mémoire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Exécute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Adapté à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 · Un portable que vous avez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8 à 16 Go 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3B en 4 bits, lentement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Les labos de la semaine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B · Une carte de station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24 Go VRAM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8B, ou 30B en 4 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Le point d'entrée réaliste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 · Un petit serveur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2 × 48 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70B, plusieurs utilisateurs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Production, une fois B éprouvé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Les coûts absents du devis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7A43"/>
                </a:solidFill>
                <a:latin typeface="Segoe UI"/>
              </a:rPr>
              <a:t>1  Personne qui en est propriétaire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UN CHOIX QUI N'EST PAS UNE AFFAIRE DE PRIX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Poids ouverts, ou API propriétaire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Les deux sont légitimes. Ils diffèrent par ce que vous pouvez promettre.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LES POIDS OUVERTS VOUS ACHÈTENT TROIS CHOSES — Les données ne partent jamais. La version est figée, donc un processus validé
reste valide. Et vous pouvez déclarer exactement ce qui a produit un chiffre
publié —  c'est de la reproductibilité, pas une préférence 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À QUOI RESSEMBLE UNE PREMIÈRE INSTALLATION RÉALISTE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Une machine, trois services, aucune dépendance au nuage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B75"/>
                </a:solidFill>
                <a:latin typeface="Segoe UI"/>
              </a:rPr>
              <a:t>FIGURE — capturez la diapositive 17 du deck HTML et collez-la ici.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À EMPORTER CHEZ VOTRE PRESTATAIRE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Cinq questions qui révèlent une proposition faible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397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Est-ce du matériel d' entraînement ou d'inférence , et pourquoi ?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Quel est le  plus long document  traité, en tokens ?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Combien d' utilisateurs simultanés  avant dégradation ?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Si la version du modèle change,  qui nous en informe  ?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403A"/>
                </a:solidFill>
                <a:latin typeface="Segoe UI"/>
              </a:rPr>
              <a:t>•  Que coûte le  départ , et où vont nos données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SI VOUS NE FAITES QU'UNE CHOSE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Il n'exige aucun achat, aucune salle serveurs et aucun avis juridique. Il vous
donne un service qui fonctionne, une équipe formée et un cas de référence
interne — ce qu'il vous faudra pour financer plus grand.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ENSUITE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14h45 — Laboratoire : construire l'assistant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Les deux premiers encadrés verts de ce schéma d'architecture, fonctionnant sur
un portable avant la fin de l'après-midi.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15h45 · Laboratoire — transformer l'assistant en agent  
Cadres cités :  Cadre de politique des données  de l'UA (2022) ·
 Cloud Computing  du HLG-MOS de la CEE-ONU 
Bibliographie complète : site de l'atelier → Ressources → Références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Banque africaine de développement · UA STATAFRIC · STG17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377440"/>
            <a:ext cx="99971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DBE7E0"/>
                </a:solidFill>
                <a:latin typeface="Segoe UI"/>
              </a:rPr>
              <a:t>Ce fichier PowerPoint est généré à partir du deck reveal.js
slides/decks/02-ai-infrastructure.deck.html
Les modifications faites ici ne remontent pas. Si votre changement doit être permanent,
modifiez la source et exécutez :  python tools/build_slides.py &amp;&amp; python tools/build_pptx.py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